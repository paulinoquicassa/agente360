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8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D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implementação · Power Apps Code App + SharePoint (AgentesAO)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0"/>
            <a:ext cx="1097280" cy="73152"/>
          </a:xfrm>
          <a:prstGeom prst="rect">
            <a:avLst/>
          </a:prstGeom>
          <a:solidFill>
            <a:srgbClr val="FCD202"/>
          </a:solidFill>
          <a:ln w="12700">
            <a:solidFill>
              <a:srgbClr val="FCD20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 da solução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móvel e desktop para consultores gerirem a sua carteira de agentes ZAP de ponta a ponta.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operacional: CAPTAR → REGISTAR VISITA → CHECKLIST → ACOMPANHAR → ANALISAR (KPIs e rappel).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verdade: listas SharePoint no site AgentesAO — sem Dataverse nesta versão.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Microsoft 365 no player Power Apps; cada consultor vê apenas a sua carteira e as suas visitas.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contínua via Power Apps CLI (pac code push) a partir do repositório app/.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7E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aplicação faz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completa da app — visão 360º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(Dashboard): KPIs da carteira do consultor (total, com/sem investimentos, novos no mês, tipos Produto/Zapadinha); KPIs de visitas (hoje, mês, agendadas hoje, por visitar, 7 dias); distribuição por província; actividade recente; atalhos Captar e Visitar.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inteligente: saudação, logo ZAP, resumo da carteira + visitados no mês + por visitar + agendados hoje + visitas hoje (dados SharePoint).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Agentes: lista pesquisável e filtros (com/sem investimentos); apenas agentes onde o consultor é responsável (campo Consultor).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Captar: registo de novo agente na BD_Agentes_Palhativa (nome, província, município, tipo, email) com consultor preenchido automaticamente.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360º: ficha do agente, separadores Resumo, Visitas, Checklist, Documentos, Rappel, Pagamentos (roadmap); iniciar visita a partir do perfil.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Visitar: seleccionar agente da carteira, GPS obrigatório, tipo de visita; grava item na Controlo de visitas Agentes.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materiais de marketing, serviços digitais, observações e data da próxima visita — actualiza o mesmo item de visita.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Rappel: cálculo por escalas oficiais ZAP (PVP, IVA, percentagem por faixa).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Mais: comunicações, simulador, dados do consultor, actualizar app e sair para o portal Power Apps.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reflecte a Code App publicada no ambiente DEV Agente 360.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 SharePoint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BD_Agentes_Palhativa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~3 700 agentes da rede; código em Title; consultor em field_5.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província, município, estado (c/ s/ investimentos), notas comerciais e localização.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OData por consultor logado — nunca carga total da base na app.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Create/update via serviços gerados Power Apps SDK.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51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visitas Agentes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41732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~56 000 visitas + checklist num único item.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Datadavisita (indexada) + Author (consultor).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código agente, GPS, tipos de visita, checklist, próxima visita.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mensal e histórico por agente na carteira.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técnica e publicação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Code App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Vite; HashRouter; design system ZAP (azul, amarelo, magenta).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Conectores: BD_Agentes_PalhativaService, ControlodevisitasAgentesService.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getContext() para utilizador M365; detecção Power Apps player.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appId fixo em power.config.json — push actualiza app existente.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51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alvo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41732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Paulino Quicassa (85de9078-2a11-e636-a7d4-4cfe77ad3656).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Agente 360 (65c47048-dcae-43a8-aa7d-e3916c319689).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zapcoao.sharepoint.com/sites/AgentesAO.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git → npm run push → validação no player → git push código.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7E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implementação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roadmap (alto nível)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984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App base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M365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consultor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+ Agentes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Visitar + Checklist SP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simulador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40280" y="12344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17EC1"/>
          </a:solidFill>
          <a:ln w="12700">
            <a:solidFill>
              <a:srgbClr val="017EC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2984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8745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consultores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Consultor/UPN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visitas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Anexos/documentos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agente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DEV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77640" y="12344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017EC1"/>
          </a:solidFill>
          <a:ln w="12700">
            <a:solidFill>
              <a:srgbClr val="017E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12984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18745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PROD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SP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Monitorização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plan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15000" y="123444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15000" y="12984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1874520"/>
            <a:ext cx="1417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 SP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Mapas/rota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rappel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PWA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Fundação (estado actual)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Code App Agente 360 ligada às duas listas principais.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negócio: dados scoped ao consultor (carteira + visitas Author).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Ecrãs: Dashboard, Agentes, Captar, Perfil, Visitar, Checklist, Confirmações, Rappel, Mais.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visitas e cabeçalho operacional alinhados à lista Controlo de visitas.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npm run build + pac code push documentado em AGENTS.md.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Estabilização e completude funcional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alinhamento nome/e-mail M365 ↔ campo Consultor em todos os consultores.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Documentos/anexos: biblioteca SharePoint ou HasAttachments com UX de upload no Captar/Perfil.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completa do agente captado; validação de campos notas (telefone, morada, GPS).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cargas (cache carteira, janelas mensais visitas, retry e mensagens de erro claras).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campo em dispositivos Android/iOS no player Power Apps.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Correcções de UX: voltar, logo, acessibilidade, performance listas longas.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Preparação produção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solução para ambiente PROD (appId/ambiente separados ou promote controlado).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Governança: owners das listas, DLP, grupos M365 por região/equipa.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formação (captação, visita, checklist, leitura KPIs).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L1/L2 e runbook (actualizar app, invalidar cache, erros SharePoint 5000).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go-live assinados com negócio (Rede de Agentes).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Evolução e analytics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Comunicações corporativas desde lista SharePoint dedicada (ecrã Mais).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pagamentos/comissões se lista ou ERP disponível (fora do scope actual).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Power BI sobre BD_Agentes e visitas (visão gestão, não só consultor).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Automate: notificações próxima visita, alertas agentes sem visita no mês.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mapa, rotas e modo offline se requisitos de campo o exigirem.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mitigação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5000 itens SharePoint em filtros não indexados.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 campo Consultor vs identidade M365.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do player Power Apps (sem host = sem dados).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lenta em redes móveis fracas.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10515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1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417320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sempre por Datadavisita + Author; paginação OData.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de nomes; guia de preenchimento na lista.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claras; testes só no player oficial.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carteira; indicadores progressivos; retry.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recomendados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8138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de validação com 3–5 consultores reais (carteira, visitas, captar).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aceitação por ecrã (critérios pass/fail).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gaps Fase 2 prioritários (anexos, editar agente se ainda em falta).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data alvo PROD e responsáveis (IT + Negócio).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repositório Git como fonte única; publicar só via npm run push.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498080" y="4709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17E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8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D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360 · Gestão completa da carteira de agentes ZAP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0"/>
            <a:ext cx="1097280" cy="73152"/>
          </a:xfrm>
          <a:prstGeom prst="rect">
            <a:avLst/>
          </a:prstGeom>
          <a:solidFill>
            <a:srgbClr val="FCD202"/>
          </a:solidFill>
          <a:ln w="12700">
            <a:solidFill>
              <a:srgbClr val="FCD20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de Implementação — Agente 360</dc:title>
  <dc:subject>Power Apps Code App + SharePoint</dc:subject>
  <dc:creator>ZAP — Agente 360</dc:creator>
  <cp:lastModifiedBy>ZAP — Agente 360</cp:lastModifiedBy>
  <cp:revision>1</cp:revision>
  <dcterms:created xsi:type="dcterms:W3CDTF">2026-10-15T15:38:53Z</dcterms:created>
  <dcterms:modified xsi:type="dcterms:W3CDTF">2026-10-15T15:38:53Z</dcterms:modified>
</cp:coreProperties>
</file>